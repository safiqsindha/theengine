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ENGINE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Training Program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2950 — The Devastators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51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Modules · 30 Quiz Questions · Prediction Engine Validated at 92%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Training Modules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423160" cy="1554480"/>
          </a:xfrm>
          <a:prstGeom prst="rect">
            <a:avLst/>
          </a:prstGeom>
          <a:solidFill>
            <a:srgbClr val="1A2332"/>
          </a:solidFill>
          <a:ln w="12700">
            <a:solidFill>
              <a:srgbClr val="2A3A4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2801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5544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Pattern Rules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rules + 10 meta-rules from 13 top teams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2423160" cy="1554480"/>
          </a:xfrm>
          <a:prstGeom prst="rect">
            <a:avLst/>
          </a:prstGeom>
          <a:solidFill>
            <a:srgbClr val="1A2332"/>
          </a:solidFill>
          <a:ln w="12700">
            <a:solidFill>
              <a:srgbClr val="2A3A4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12801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5544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Prediction Engine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20440" y="1920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scoring, Bot Aborter, decision loop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20440" y="242316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423160" cy="1554480"/>
          </a:xfrm>
          <a:prstGeom prst="rect">
            <a:avLst/>
          </a:prstGeom>
          <a:solidFill>
            <a:srgbClr val="1A2332"/>
          </a:solidFill>
          <a:ln w="12700">
            <a:solidFill>
              <a:srgbClr val="2A3A4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12801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72200" y="15544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 Intelligence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72200" y="1920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pipeline, 254 analysis, Open Alliance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72200" y="242316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3017520"/>
            <a:ext cx="2423160" cy="1554480"/>
          </a:xfrm>
          <a:prstGeom prst="rect">
            <a:avLst/>
          </a:prstGeom>
          <a:solidFill>
            <a:srgbClr val="1A2332"/>
          </a:solidFill>
          <a:ln w="12700">
            <a:solidFill>
              <a:srgbClr val="2A3A4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31089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33832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Pathfinding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" y="3749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algorithm, navigation grids, dynamic obstacles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425196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83280" y="3017520"/>
            <a:ext cx="2423160" cy="1554480"/>
          </a:xfrm>
          <a:prstGeom prst="rect">
            <a:avLst/>
          </a:prstGeom>
          <a:solidFill>
            <a:srgbClr val="1A2332"/>
          </a:solidFill>
          <a:ln w="12700">
            <a:solidFill>
              <a:srgbClr val="2A3A4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520440" y="31089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20440" y="33832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Vision &amp; YOLO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520440" y="3749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pipeline, neural detection, field projection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520440" y="425196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min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35040" y="3017520"/>
            <a:ext cx="2423160" cy="1554480"/>
          </a:xfrm>
          <a:prstGeom prst="rect">
            <a:avLst/>
          </a:prstGeom>
          <a:solidFill>
            <a:srgbClr val="1A2332"/>
          </a:solidFill>
          <a:ln w="12700">
            <a:solidFill>
              <a:srgbClr val="2A3A4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72200" y="31089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72200" y="33832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 &amp; Testing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172200" y="3749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quality gates, AAA tests, maple-sim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425196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min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1: Pattern Rules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rules + 10 meta-rules extracted from 13 championship teams across 10 seasons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Insight: </a:t>
            </a:r>
            <a:pPr indent="0" marL="0">
              <a:buNone/>
            </a:pPr>
            <a:r>
              <a:rPr lang="en-US" sz="1400" dirty="0">
                <a:solidFill>
                  <a:srgbClr val="BC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FRC teams don't start from scratch. They apply proven design patterns.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Studied: </a:t>
            </a:r>
            <a:pPr indent="0" marL="0">
              <a:buNone/>
            </a:pPr>
            <a:r>
              <a:rPr lang="en-US" sz="1400" dirty="0">
                <a:solidFill>
                  <a:srgbClr val="BC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254, 118, 1678, 6328, 4414, 1323, 2910, 1690, 3847, 2056, 1114, 973, 2826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Find: </a:t>
            </a:r>
            <a:pPr indent="0" marL="0">
              <a:buNone/>
            </a:pPr>
            <a:r>
              <a:rPr lang="en-US" sz="1400" dirty="0">
                <a:solidFill>
                  <a:srgbClr val="BC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constructicon/design-intelligence/CROSS_SEASON_PATTERNS.md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17 Rules (Summary)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822960"/>
          <a:ext cx="76809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585216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Swerve drive — no exceptions since 2022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Full-width intake — 'touch it, own it'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Flywheel for throwing, elevator+wrist for placing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Turret only when aiming while driving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Climb mandatory when &gt;15% of winning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 speed above all else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 pieces: one mechanism, shared motor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Intake opposite scoring side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7B2F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Meta-Rules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822960"/>
          <a:ext cx="76809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760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Meta-Rule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beats complex when executed perfectly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Iteration speed &gt; first design quality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team that drives more wins (50+ hrs practice)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pneumatics in 2026+ (20 motor slots)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multiple robots (AlphaBot / AM→FM)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254, 3847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Backlash elimination for precision (Loctite 609)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and learn from other teams publicly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Don't chase magic numbers — build in margins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2: Prediction Engine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robot decides what to do, every 0.5 seconds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2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Scoring: </a:t>
            </a:r>
            <a:pPr indent="0" marL="0">
              <a:buNone/>
            </a:pPr>
            <a:r>
              <a:rPr lang="en-US" sz="1400" dirty="0">
                <a:solidFill>
                  <a:srgbClr val="BC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(SCORE, COLLECT, CLIMB, DEFEND) gets a score. Highest wins.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B2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Aborter: </a:t>
            </a:r>
            <a:pPr indent="0" marL="0">
              <a:buNone/>
            </a:pPr>
            <a:r>
              <a:rPr lang="en-US" sz="1400" dirty="0">
                <a:solidFill>
                  <a:srgbClr val="BC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 if opponent arrives 0.75+ seconds before us.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B2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</a:t>
            </a:r>
            <a:pPr indent="0" marL="0">
              <a:buNone/>
            </a:pPr>
            <a:r>
              <a:rPr lang="en-US" sz="1400" dirty="0">
                <a:solidFill>
                  <a:srgbClr val="BC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~92% accuracy against 2026 REBUILT game manual. Correctly predicted swerve + hopper + turret + flywheel + multi-rung climber + 115 lbs.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Prediction Engine vs Reality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REBUILT — Statbotics EPA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1371600"/>
                <a:gridCol w="1188720"/>
                <a:gridCol w="1188720"/>
                <a:gridCol w="11887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EPA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Endgame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6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32-2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331.7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34-0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313.5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63-5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CC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30175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300" dirty="0">
                <a:solidFill>
                  <a:srgbClr val="BC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 and 1323 have nearly identical teleop EPA (~192) but 254 leads endgame by 12 points. The 2x gap vs 118 suggests turret + hopper + shoot-on-move is the differentiator.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4: Pathfinding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C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Grid: 164×82 cells (0.1m each) covering the FRC field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C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Algorithm: finds shortest path using f = g + h (actual + estimated cost)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C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8-directional movement: cardinal = 1.0, diagonal = √2 cost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C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obstacles: opponent bounding boxes stamped every 20ms cycle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C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Re-planning: every 0.5s, on Bot Aborter trigger, or if robot drifts &gt;0.3m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5: Vision &amp; YOLO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C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Robotics YOLOv11-nano: 2.59M params, 30+ fps on Limelight 4 Hailo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C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camera → YOLO inference → NMS → confidence filter → field projection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C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3-frame persistence prevents false positives (must appear 3 consecutive frames)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C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cameras: Limelight 1 for AprilTag pose, Limelight 2 for game piece detection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C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 color fallback activates automatically if YOLO model fails to load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0F4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6: Simulation &amp; Testing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C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quality gates: Spotless (format) + SpotBugs (bugs) + JUnit (tests) + JaCoCo (coverage)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C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246+ tests following Arrange-Act-Assert pattern, all HAL-free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C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maple-sim provides swerve physics — test autonomous without a robot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C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AdvantageScope connects to localhost:3300 for live field visualization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C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bug: maple-sim motor forces inverted for REV hardware (kinematic bypass active)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Build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rules · 10 meta-rules · 13 tracked teams · 10 seasons of data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C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engine validated at ~92% accuracy against REBUILT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7B2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swerve code is the foundation. The Engine is what we built on top.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2950 — The Devastators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Engine — Student Training</dc:title>
  <dc:subject>PptxGenJS Presentation</dc:subject>
  <dc:creator>Team 2950 The Devastators</dc:creator>
  <cp:lastModifiedBy>Team 2950 The Devastators</cp:lastModifiedBy>
  <cp:revision>1</cp:revision>
  <dcterms:created xsi:type="dcterms:W3CDTF">2026-04-03T17:23:49Z</dcterms:created>
  <dcterms:modified xsi:type="dcterms:W3CDTF">2026-04-03T17:23:49Z</dcterms:modified>
</cp:coreProperties>
</file>